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00부터 03까지 네 단계를 돌렸고, 04는 파손 데이터를 넣어 돌릴 차례입니다. 오늘은 지금까지 나온 숫자가 무엇을 말하는지, 그리고 04를 어떻게 설계해야 하는지를 보고드립니다.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00과 01은 세분류 86 클래스에서 돌렸고, 02부터는 대분류 17 클래스로 데이터를 바꿨습니다. 이 전환이 오늘 설명에서 가장 중요한 지점입니다. 다음 장에서 짚겠습니다.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장을 건너뛰면 뒤의 모든 숫자를 잘못 읽게 됩니다. 0.38에서 0.83으로 올랐다는 식의 설명은 성립하지 않습니다. 클래스를 합쳐서 문제가 쉬워진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실험의 가장 확실한 성과입니다. 데이터도 클래스도 에폭도 그대로 두고 하이퍼파라미터만 바꿨는데 38퍼센트가 올랐습니다. 시드를 세 번 바꿔도 같은 값이 나와서 우연이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탐색 과정입니다. 초반 몇 번은 크게 실패했고 15번째 전후로 좋은 영역을 찾았습니다. 오른쪽이 결론인데, 학습률 관련 세 개가 중요도의 4분의 3을 차지합니다. 다음에 튜닝할 때는 optimizer 선택 같은 데 시간을 쓰지 말고 학습률 스케줄에 집중하면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36개를 돌렸는데 기준선보다 나아진 것은 다섯 개뿐이고, 그중 의미 있어 보이는 건 좌우반전 하나입니다. 반대로 기하 변형을 세게 걸거나 여러 개를 겹치면 크게 무너졌습니다. bbox가 망가지는 것으로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이게 오늘 두 번째로 중요한 장입니다. 1위와 3위의 차이가 0.004인데, 같은 설정에서 시드만 바꿔도 0.026씩 흔들립니다. 즉 C11이 1등인 건 seed 42에서 운이 좋았던 것이고, 다시 돌리면 순위가 바뀝니다. 실제로 15 에폭 최종 비교에서는 손대지 않은 기본 증강이 1위였습니다.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2x2 표로 보면 B03에서 B00을 빼면 순수 하이퍼파라미터 효과가 나옵니다. 마이너스 0.041입니다. 그런데 증강을 켜면 그 손해가 마이너스 0.002로 거의 사라집니다. 증강이 잘못 맞춰진 학습률을 상쇄해 주고 있다고 읽힙니다.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문장으로 줄이면 이렇습니다. 튜닝은 효과가 있었지만 그 데이터셋 한정이고, 증강 탐색은 시간 대비 소득이 없었고, 그래서 데이터를 바꿀 때마다 튜닝을 다시 해야 한다는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04번은 이미 2x2에 최적 조합 하나를 더한 형태로 설계돼 있어서 구조는 좋습니다. 다만 tuned 설정이 86 클래스에서 찾은 것이라는 점이 걸립니다. 여유가 되면 17 클래스에서 Optuna를 다시 돌리는 걸 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재활용품 객체탐지 모델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 정리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YOLO26n · 하이퍼파라미터 최적화와 이미지 증강 기법 비교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00600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72768" y="4800600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72768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22576" y="4800600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22576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72384" y="4800600"/>
            <a:ext cx="530352" cy="53035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72384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22192" y="4800600"/>
            <a:ext cx="530352" cy="530352"/>
          </a:xfrm>
          <a:prstGeom prst="ellipse">
            <a:avLst/>
          </a:prstGeom>
          <a:solidFill>
            <a:srgbClr val="1733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22192" y="4800600"/>
            <a:ext cx="530352" cy="530352"/>
          </a:xfrm>
          <a:prstGeom prst="ellipse">
            <a:avLst/>
          </a:prstGeom>
          <a:solidFill>
            <a:srgbClr val="17331A"/>
          </a:solidFill>
          <a:ln w="12700">
            <a:solidFill>
              <a:srgbClr val="8A89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22192" y="4800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00 – 03 완료 · 04 예정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실험했나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단계를 거치며 질문이 한 번씩 바뀌었습니다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F4F6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55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7190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클래스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572768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안 하면 몇 점인가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357055" y="1572768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mAP50-95  0.377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F4F6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77977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Optuna 튜닝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72768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클래스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596896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하이퍼파라미터를 맞추면 얼마나 오르나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2596896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mAP50-95  0.521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21024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F4F6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03904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72768" y="37673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기법 36종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클래스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3621024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증강이 제일 좋은가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357055" y="3621024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+0.013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64515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F4F6F0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482803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4828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572768" y="47914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요인 분해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572768" y="5120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클래스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977640" y="4645152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증강을 빼면 튜닝 효과만 얼마인가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357055" y="4645152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-0.041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5669280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22960" y="585216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852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572768" y="58155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파손 데이터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572768" y="6144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클래스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977640" y="5669280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파손 이미지를 넣으면 어떻게 되나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357055" y="5669280"/>
            <a:ext cx="2011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읽기 전에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데이터셋이 중간에 바뀌었습니다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2971800"/>
          </a:xfrm>
          <a:prstGeom prst="roundRect">
            <a:avLst>
              <a:gd name="adj" fmla="val 1846"/>
            </a:avLst>
          </a:prstGeom>
          <a:solidFill>
            <a:srgbClr val="F4F6F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4248"/>
            <a:ext cx="713232" cy="7132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842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20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세분류 · 86 클래스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368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00 · 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62072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고철류/골프채,  나무/도마,  도기류/뚝배기 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단위로 잘게 나눈 체계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문제 → 점수가 낮게 나옴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507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mAP50-95   0.38 – 0.52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074920" cy="2971800"/>
          </a:xfrm>
          <a:prstGeom prst="roundRect">
            <a:avLst>
              <a:gd name="adj" fmla="val 1846"/>
            </a:avLst>
          </a:prstGeom>
          <a:solidFill>
            <a:srgbClr val="F4F6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984248"/>
            <a:ext cx="713232" cy="7132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98424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020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대분류 병합 · 17 클래스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368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02 · 03 · 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862072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고철류/고철,  나무/나무,  도기류/도기 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대분류끼리 합친 체계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문제 → 점수가 높게 나옴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0507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mAP50-95   0.79 – 0.83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175504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그룹의 숫자를 나란히 놓고 비교하면 안 됩니다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504688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클래스의 mAP 가 높은 것은 증강이 잘 돼서가 아니라 문제를 쉽게 바꿨기 때문입니다. 비교는 같은 클래스 체계 안에서만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하이퍼파라미터 최적화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클래스 · 15 epoch · 같은 데이터 — 정당한 비교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94760" cy="2148840"/>
          </a:xfrm>
          <a:prstGeom prst="roundRect">
            <a:avLst>
              <a:gd name="adj" fmla="val 2553"/>
            </a:avLst>
          </a:prstGeom>
          <a:solidFill>
            <a:srgbClr val="F4F6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mAP50-95 개선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2996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+38%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0.3765  →  0.5209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968496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9319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trial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42062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19 · 중단 6 · 실패 4 · 총 27.2 시간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45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470916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확인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9834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3개에서 0.5209 / 0.5218 / 0.5116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522976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548640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지표 상승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5760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· Recall · F1 · mAP50 전부</a:t>
            </a:r>
            <a:endParaRPr lang="en-US" sz="1150" dirty="0"/>
          </a:p>
        </p:txBody>
      </p:sp>
      <p:pic>
        <p:nvPicPr>
          <p:cNvPr id="20" name="Image 0" descr="C:\AIchallengers\recycling_ssg_project\recycling_ssg\ai\models\yolo\_summary_report\figures\01_optuna_86class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737360"/>
            <a:ext cx="6888175" cy="3741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성능을 좌우했나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학습률 스케줄이 전부였습니다</a:t>
            </a:r>
            <a:endParaRPr lang="en-US" sz="1400" dirty="0"/>
          </a:p>
        </p:txBody>
      </p:sp>
      <p:pic>
        <p:nvPicPr>
          <p:cNvPr id="4" name="Image 0" descr="C:\AIchallengers\recycling_ssg_project\recycling_ssg\ai\models\yolo\_summary_report\figures\02_optuna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368" y="1463040"/>
            <a:ext cx="9966960" cy="4640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144768"/>
            <a:ext cx="11094415" cy="475488"/>
          </a:xfrm>
          <a:prstGeom prst="roundRect">
            <a:avLst>
              <a:gd name="adj" fmla="val 11538"/>
            </a:avLst>
          </a:prstGeom>
          <a:solidFill>
            <a:srgbClr val="F4F6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6144768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lrf 0.350  ·  lr0 0.223  ·  warmup 0.157</a:t>
            </a:r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  상위 3개가 중요도의 73%.   optimizer(0.002) 와 cos_lr(0.006) 은 사실상 무의미했습니다.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이미지 증강 기법 36종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클래스 · 10 epoch · 기준선은 B01 (YOLO 기본 증강)</a:t>
            </a:r>
            <a:endParaRPr lang="en-US" sz="1400" dirty="0"/>
          </a:p>
        </p:txBody>
      </p:sp>
      <p:pic>
        <p:nvPicPr>
          <p:cNvPr id="4" name="Image 0" descr="C:\AIchallengers\recycling_ssg_project\recycling_ssg\ai\models\yolo\_summary_report\figures\08_augmentation_extr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20840" cy="40316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41626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36종 순위는 정리 노트북(99_results_summary)에 있습니다.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1536192"/>
            <a:ext cx="3916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828800"/>
            <a:ext cx="3916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보다 오른쪽이면 기본 증강보다 나은 것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26680" y="2514600"/>
            <a:ext cx="3916375" cy="1417320"/>
          </a:xfrm>
          <a:prstGeom prst="roundRect">
            <a:avLst>
              <a:gd name="adj" fmla="val 3871"/>
            </a:avLst>
          </a:prstGeom>
          <a:solidFill>
            <a:srgbClr val="EEF4E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01000" y="2670048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오른쪽으로 간 것은 5개뿐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980944"/>
            <a:ext cx="3367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C11 좌우반전  +0.013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Y04 이동  +0.004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Y02 좌우반전  +0.001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2개는 +0.000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4114800"/>
            <a:ext cx="3916375" cy="2075688"/>
          </a:xfrm>
          <a:prstGeom prst="roundRect">
            <a:avLst>
              <a:gd name="adj" fmla="val 2643"/>
            </a:avLst>
          </a:prstGeom>
          <a:solidFill>
            <a:srgbClr val="FDF0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01000" y="4270248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 무너진 것들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4581144"/>
            <a:ext cx="3367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H03 혼합+기하  -0.220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C13 기하 조합  -0.188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C09 어파인  -0.176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C14 혼합 조합  -0.144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5468112"/>
            <a:ext cx="33677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하위권은 전부 조합·하이브리드 계열.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겹쳐 쌓을수록 나빠졌습니다.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이 1위는 믿을 수 있나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3개를 시드 3개로 다시 돌려봤습니다</a:t>
            </a:r>
            <a:endParaRPr lang="en-US" sz="1400" dirty="0"/>
          </a:p>
        </p:txBody>
      </p:sp>
      <p:pic>
        <p:nvPicPr>
          <p:cNvPr id="4" name="Image 0" descr="C:\AIchallengers\recycling_ssg_project\recycling_ssg\ai\models\yolo\_summary_report\figures\05_augmentation_n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481328"/>
            <a:ext cx="8778240" cy="404713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88720" y="5532120"/>
            <a:ext cx="3566160" cy="841248"/>
          </a:xfrm>
          <a:prstGeom prst="roundRect">
            <a:avLst>
              <a:gd name="adj" fmla="val 6522"/>
            </a:avLst>
          </a:prstGeom>
          <a:solidFill>
            <a:srgbClr val="F4F6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417320" y="5641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3개 간 평균 차이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5897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0.004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120640" y="5532120"/>
            <a:ext cx="3566160" cy="841248"/>
          </a:xfrm>
          <a:prstGeom prst="roundRect">
            <a:avLst>
              <a:gd name="adj" fmla="val 6522"/>
            </a:avLst>
          </a:prstGeom>
          <a:solidFill>
            <a:srgbClr val="FDF0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49240" y="5641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시드만 바꿨을 때의 편차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5897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±0.026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5532120"/>
            <a:ext cx="24990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차이보다 노이즈가 6배 큽니다  →  순위는 의미 없습니다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증강과 튜닝을 분리하면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클래스 · 15 epoch — 03번이 마지막 칸(B03)을 채웠습니다</a:t>
            </a:r>
            <a:endParaRPr lang="en-US" sz="1400" dirty="0"/>
          </a:p>
        </p:txBody>
      </p:sp>
      <p:pic>
        <p:nvPicPr>
          <p:cNvPr id="4" name="Image 0" descr="C:\AIchallengers\recycling_ssg_project\recycling_ssg\ai\models\yolo\_summary_report\figures\06_two_by_tw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1463040"/>
            <a:ext cx="10058400" cy="42173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76072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DF0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888736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클래스에서 +0.144 였던 그 하이퍼파라미터가, 17 클래스에서는 -0.041 입니다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6199632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부호가 뒤집혔습니다. 하이퍼파라미터는 데이터셋에 종속됩니다 — 클래스 체계를 바꿨으면 다시 튜닝해야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 세 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1627632"/>
          </a:xfrm>
          <a:prstGeom prst="roundRect">
            <a:avLst>
              <a:gd name="adj" fmla="val 3371"/>
            </a:avLst>
          </a:prstGeom>
          <a:solidFill>
            <a:srgbClr val="F4F6F0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28216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282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1848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 튜닝은 효과가 컸다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02536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튜닝했던 그 데이터셋에서만. 86 클래스에서 mAP50-95 0.377 → 0.521 (+38%), 시드 3개에서 편차 0.005 이하로 재현.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06040"/>
            <a:ext cx="9539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lrf · lr0 · warmup 세 개가 중요도의 73%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91256"/>
            <a:ext cx="11094415" cy="1627632"/>
          </a:xfrm>
          <a:prstGeom prst="roundRect">
            <a:avLst>
              <a:gd name="adj" fmla="val 3371"/>
            </a:avLst>
          </a:prstGeom>
          <a:solidFill>
            <a:srgbClr val="F4F6F0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502152"/>
            <a:ext cx="603504" cy="603504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021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392424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기법 탐색은 소득이 없었다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776472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36종 중 최고가 +0.013 인데 시드 편차가 ±0.026. 차이가 노이즈에 묻혀 있고, 15 epoch 최종 비교에서는 손대지 않은 기본 증강이 1위.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379976"/>
            <a:ext cx="9539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겹쳐 쌓을수록 나빠짐 — 하위권은 전부 조합·하이브리드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65192"/>
            <a:ext cx="11094415" cy="1627632"/>
          </a:xfrm>
          <a:prstGeom prst="roundRect">
            <a:avLst>
              <a:gd name="adj" fmla="val 3371"/>
            </a:avLst>
          </a:prstGeom>
          <a:solidFill>
            <a:srgbClr val="F4F6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5276088"/>
            <a:ext cx="603504" cy="6035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276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5166360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하이퍼파라미터는 데이터셋에 종속된다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5550408"/>
            <a:ext cx="9539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클래스에서 +0.144 였던 설정이 17 클래스에서는 -0.041. 부호가 반대다. 증강을 켜야 겨우 -0.002 로 상쇄된다.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6153912"/>
            <a:ext cx="9539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체계를 바꿨으면 튜닝도 다시 해야 함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04번을 어떻게 돌릴 것인가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파손 이미지를 섞은 17 클래스 데이터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2971800"/>
          </a:xfrm>
          <a:prstGeom prst="roundRect">
            <a:avLst>
              <a:gd name="adj" fmla="val 1846"/>
            </a:avLst>
          </a:prstGeom>
          <a:solidFill>
            <a:srgbClr val="F4F6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04번 비교군 5개 (모두 15 epoch)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OFF + auto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베이스라인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06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증강 + auto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증강만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063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증강 + tuned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+ 튜닝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5204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OFF + tuned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튜닝만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9776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C11 증강 + tuned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9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02번 최고 조합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16459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1627632"/>
            <a:ext cx="44375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탐색은 여기서 멈춘다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205472" y="1956816"/>
            <a:ext cx="443758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36회 × 33분 = 약 20시간. 여기에 더 투자해도 노이즈를 넘는 개선은 기대하기 어렵습니다.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2999232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2980944"/>
            <a:ext cx="44375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클래스에서 Optuna 를 다시 돌린다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3310128"/>
            <a:ext cx="443758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tuned 설정은 86 클래스용입니다. 04번에서 그대로 쓰면 손해를 볼 수 있습니다.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4352544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3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205472" y="4334256"/>
            <a:ext cx="44375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비교는 3 시드 평균으로만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4663440"/>
            <a:ext cx="443758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시드 순위는 신뢰할 수 없다는 것이 이번에 확인됐습니다.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754880"/>
            <a:ext cx="5577840" cy="960120"/>
          </a:xfrm>
          <a:prstGeom prst="roundRect">
            <a:avLst>
              <a:gd name="adj" fmla="val 5714"/>
            </a:avLst>
          </a:prstGeom>
          <a:solidFill>
            <a:srgbClr val="FDF0E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4882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04번 결과는 02·03번과 비교하지 않습니다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51755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데이터가 다릅니다. 파손의 영향은 04번 안의 5개끼리 비교해야 보입니다.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맞춘 하이퍼파라미터는 크게 기여했고,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기법 선택은 노이즈였습니다.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그 하이퍼파라미터는 데이터셋이 바뀌면 다시 찾아야 합니다.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+38%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285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클래스 Optuna 개선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5285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 실험 횟수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±0.026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5285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노이즈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-0.041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5285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8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클래스 튜닝 효과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재활용품 객체탐지 실험 결과</dc:title>
  <dc:subject>PptxGenJS Presentation</dc:subject>
  <dc:creator>recycling_ssg</dc:creator>
  <cp:lastModifiedBy>recycling_ssg</cp:lastModifiedBy>
  <cp:revision>1</cp:revision>
  <dcterms:created xsi:type="dcterms:W3CDTF">2026-09-21T09:07:11Z</dcterms:created>
  <dcterms:modified xsi:type="dcterms:W3CDTF">2026-09-21T09:07:11Z</dcterms:modified>
</cp:coreProperties>
</file>